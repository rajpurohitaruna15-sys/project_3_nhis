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D7EA2-3FB4-FBB6-5518-64613AC96B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AAF527-8DED-B703-4225-0C1CD16AC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98D83-9DB2-2AF0-520B-27160E6E3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117A1-116B-DCFE-57D4-5C38634C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E6B4E-F327-B493-838D-0D10CC7AE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63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4E901-F95B-E430-AF74-DE646EABB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45FFD-E03F-76DD-0D11-72F8C2F28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4282C2-4192-5F1E-319B-904B64E46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507C94-3BDD-6CC8-02EE-035D0E90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93492-21F1-B520-A18C-DC9CF39A7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353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AB7C9-5202-E1D9-8B27-3DDE2A74B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01533C-B903-E43D-F7E3-7D226AAFD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C3FA6-C299-2A89-B8C8-92CBC9BBB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DB31E-B97F-ECDD-8745-71CBAF87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C2863C-B5B8-5468-8290-5005E5C51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595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EB2D4-98EF-54CF-1FA6-B07BACC4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B486F-6F16-D58A-90A3-CAD97252E1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1B28F-663B-81E1-CD8D-CBCB17FC5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2CFA38-F402-47C5-C906-55F17D57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0D82B-3D92-EB1D-230F-E7A922F6B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4E936-AC97-4D50-371A-21F5E806B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49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18E0F-D6A6-F8EC-2FFE-6084E433C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CB19F-1E8F-A4E4-A03D-70CE080D5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B32134-8EC8-F6B7-4E6E-DCC76D0CA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FE1CDD-2BFF-D17F-2CDA-A7276C491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72FA44-4236-392F-1FA8-14BEB3E38B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6A2306-4549-0F38-ECF1-CC4A3BE8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75F294-392B-850C-78AD-DDB039D2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83BCF2-529D-56CD-C5D7-5D9C2FC2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6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F8181-4229-0DAC-0097-B2D28C43B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3F80B6-908C-B16D-BEC9-A82F7D144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7D3321-87F4-4D91-61D1-3B86775E6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69E990-0A6F-CD59-2E7A-C8634184D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52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8415D4-6847-7BA3-F847-C1DA1EDB8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BB4F9-69E9-2C4B-4F74-ECA60BA15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05F32-7330-890A-6534-93C186B3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04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205CD-A682-E9F9-BD94-28D64E805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08B53-0F73-E0A3-3E3B-EF054F2157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13DE2F-59AF-DA35-BAC5-6AD736C49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53E20-FE87-FBAB-DBC0-EC6B69DF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7461F-ED71-6944-E829-B4E6E5CF2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C400E2-07B2-C308-1B62-F9D051400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3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8756-00DA-06F8-F8E0-4E0F87F4B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252B9D-5E79-524F-9C37-B3DF32467A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2F8D1-E9CD-4CC9-45F6-EF277E69D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09A00-FAEC-46BC-E355-D6743C34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27EF2E-67EE-7F5A-307E-995BF3582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2E021A-F441-FA37-2604-280DA77B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95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2422-1F88-8F9A-F42D-02BA8CF93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ABCBC7-52DD-2900-F502-AFB81AA95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C5B6-3782-9E70-E47C-BA0022040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5F0D8-79C2-85E3-F183-9C150249D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5E517-1891-E74C-EEA0-50307A90C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8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71EE45-19B6-F156-4933-AA39E44012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883833-E004-C7DA-3119-0A3CF01C5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F3CB3-B161-AB9E-745E-262B9F234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478A5-AA66-0CAE-0938-349A4C930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2FE36-F709-D97C-61F7-DED1E476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39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000522-9B30-36B9-E28F-872D33635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9BB5C-38DD-F010-22B8-B2019E006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39C9D2-E12F-3BE9-C06F-0A106A0C6C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CCC9A-9D99-443B-827A-4491BFE7FD07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13B0F-64CA-8504-A02B-335E01748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58D9C-45B1-907D-9C51-E8382E07E1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5F2607-E533-4203-AFED-7ADC40DD78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947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DA642-EC1F-3E25-A489-1B884011E70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Building Basic CalculatorUsing Python </a:t>
            </a:r>
            <a:r>
              <a:rPr lang="en-US" dirty="0" err="1"/>
              <a:t>Tkinter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F7F402-260B-B2CF-08EE-A0C7B70D7B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Submitted by: &lt;</a:t>
            </a:r>
            <a:r>
              <a:rPr lang="en-US" dirty="0" err="1"/>
              <a:t>apna</a:t>
            </a:r>
            <a:r>
              <a:rPr lang="en-US" dirty="0"/>
              <a:t> naam&gt;Organization: </a:t>
            </a:r>
            <a:r>
              <a:rPr lang="en-US" dirty="0" err="1"/>
              <a:t>NextHikes</a:t>
            </a:r>
            <a:r>
              <a:rPr lang="en-US" dirty="0"/>
              <a:t> IT </a:t>
            </a:r>
            <a:r>
              <a:rPr lang="en-US" dirty="0" err="1"/>
              <a:t>SolutionsTechnology</a:t>
            </a:r>
            <a:r>
              <a:rPr lang="en-US" dirty="0"/>
              <a:t>: Python, </a:t>
            </a:r>
            <a:r>
              <a:rPr lang="en-US" dirty="0" err="1"/>
              <a:t>TkinterIDE</a:t>
            </a:r>
            <a:r>
              <a:rPr lang="en-US" dirty="0"/>
              <a:t>: Visual Studio Code</a:t>
            </a:r>
          </a:p>
        </p:txBody>
      </p:sp>
    </p:spTree>
    <p:extLst>
      <p:ext uri="{BB962C8B-B14F-4D97-AF65-F5344CB8AC3E}">
        <p14:creationId xmlns:p14="http://schemas.microsoft.com/office/powerpoint/2010/main" val="1811466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61EB7-E5CA-6B62-F7D1-749FF1ADE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2101EE-3D4D-824A-D77D-062903748F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Calculator is a basic application• This project is developed using Python• </a:t>
            </a:r>
            <a:r>
              <a:rPr lang="en-US" dirty="0" err="1"/>
              <a:t>Tkinter</a:t>
            </a:r>
            <a:r>
              <a:rPr lang="en-US" dirty="0"/>
              <a:t> is used to create GUI• It performs basic arithmetic operations</a:t>
            </a:r>
          </a:p>
        </p:txBody>
      </p:sp>
    </p:spTree>
    <p:extLst>
      <p:ext uri="{BB962C8B-B14F-4D97-AF65-F5344CB8AC3E}">
        <p14:creationId xmlns:p14="http://schemas.microsoft.com/office/powerpoint/2010/main" val="487326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E90B-9536-7898-96C1-BEEA6D07D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4189-1847-8290-23DA-3918224BDE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To learn Python GUI development• To understand </a:t>
            </a:r>
            <a:r>
              <a:rPr lang="en-US" dirty="0" err="1"/>
              <a:t>Tkinter</a:t>
            </a:r>
            <a:r>
              <a:rPr lang="en-US" dirty="0"/>
              <a:t> library• To build a user-friendly calculator• To perform basic arithmetic operations</a:t>
            </a:r>
          </a:p>
        </p:txBody>
      </p:sp>
    </p:spTree>
    <p:extLst>
      <p:ext uri="{BB962C8B-B14F-4D97-AF65-F5344CB8AC3E}">
        <p14:creationId xmlns:p14="http://schemas.microsoft.com/office/powerpoint/2010/main" val="3492050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D75A8-3A4C-4D27-49B1-EDE25B500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47AC4-540A-CF5F-8534-4E1EDE61D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Python Programming Language• </a:t>
            </a:r>
            <a:r>
              <a:rPr lang="en-US" dirty="0" err="1"/>
              <a:t>Tkinter</a:t>
            </a:r>
            <a:r>
              <a:rPr lang="en-US" dirty="0"/>
              <a:t> Library• Visual Studio Code (IDE)• GitHub</a:t>
            </a:r>
          </a:p>
        </p:txBody>
      </p:sp>
    </p:spTree>
    <p:extLst>
      <p:ext uri="{BB962C8B-B14F-4D97-AF65-F5344CB8AC3E}">
        <p14:creationId xmlns:p14="http://schemas.microsoft.com/office/powerpoint/2010/main" val="1479876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4303F-AC89-E30A-5FB3-857F5E6FA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99E6D-8DCD-4914-BACC-AA17DB52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Graphical User Interface (GUI)• Display screen for input and output• Number buttons (0–9)• Arithmetic operations (+, −, ×, ÷)• Clear (C) button• Equal (=) button</a:t>
            </a:r>
          </a:p>
        </p:txBody>
      </p:sp>
    </p:spTree>
    <p:extLst>
      <p:ext uri="{BB962C8B-B14F-4D97-AF65-F5344CB8AC3E}">
        <p14:creationId xmlns:p14="http://schemas.microsoft.com/office/powerpoint/2010/main" val="243090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3362A-1DA6-3E65-9F16-FEC22B549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of Calculator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F04A8-AB2A-D577-4F60-E97205034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User clicks number and operator buttons• Expression is shown on display screen• Equal button performs calculation• Result is displayed on screen</a:t>
            </a:r>
          </a:p>
        </p:txBody>
      </p:sp>
    </p:spTree>
    <p:extLst>
      <p:ext uri="{BB962C8B-B14F-4D97-AF65-F5344CB8AC3E}">
        <p14:creationId xmlns:p14="http://schemas.microsoft.com/office/powerpoint/2010/main" val="1636137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2FE03-5733-27CD-50F9-D4D937A58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6966B7-AB07-86A4-3823-2958315D4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</a:t>
            </a:r>
            <a:r>
              <a:rPr lang="en-US" dirty="0" err="1"/>
              <a:t>Tkinter</a:t>
            </a:r>
            <a:r>
              <a:rPr lang="en-US" dirty="0"/>
              <a:t> is used for GUI creation• Entry widget is used for display• Button widget is used for input• eval() function is used for calculation</a:t>
            </a:r>
          </a:p>
        </p:txBody>
      </p:sp>
    </p:spTree>
    <p:extLst>
      <p:ext uri="{BB962C8B-B14F-4D97-AF65-F5344CB8AC3E}">
        <p14:creationId xmlns:p14="http://schemas.microsoft.com/office/powerpoint/2010/main" val="39513222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F7717-5178-09FE-E7DC-76EFA155C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8201-EE4B-3CF8-CBDF-7B7C77998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Calculator window opens• User can perform calculations• Correct result is displayed</a:t>
            </a:r>
          </a:p>
        </p:txBody>
      </p:sp>
    </p:spTree>
    <p:extLst>
      <p:ext uri="{BB962C8B-B14F-4D97-AF65-F5344CB8AC3E}">
        <p14:creationId xmlns:p14="http://schemas.microsoft.com/office/powerpoint/2010/main" val="2726838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EBC48-384B-617E-59A5-6E61A308F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B5FEC3A-9146-F014-121C-61965A8515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332" y="1825625"/>
            <a:ext cx="2835335" cy="4351338"/>
          </a:xfrm>
        </p:spPr>
      </p:pic>
    </p:spTree>
    <p:extLst>
      <p:ext uri="{BB962C8B-B14F-4D97-AF65-F5344CB8AC3E}">
        <p14:creationId xmlns:p14="http://schemas.microsoft.com/office/powerpoint/2010/main" val="979456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0FF89-9DB1-FA74-B5E2-C3C05B4D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0B2D2-3BC5-E084-4F97-0EA73C6E6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Core Python concepts• </a:t>
            </a:r>
            <a:r>
              <a:rPr lang="en-US" dirty="0" err="1"/>
              <a:t>Tkinter</a:t>
            </a:r>
            <a:r>
              <a:rPr lang="en-US" dirty="0"/>
              <a:t> GUI development• Application development skills• Use of IDE and GitHub</a:t>
            </a:r>
          </a:p>
        </p:txBody>
      </p:sp>
    </p:spTree>
    <p:extLst>
      <p:ext uri="{BB962C8B-B14F-4D97-AF65-F5344CB8AC3E}">
        <p14:creationId xmlns:p14="http://schemas.microsoft.com/office/powerpoint/2010/main" val="399923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08F73-79F0-B612-F728-86E360CC6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3BF39-A880-CAD0-745C-8A818135A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Project successfully completed• Basic calculator implemented using Python• </a:t>
            </a:r>
            <a:r>
              <a:rPr lang="en-US" dirty="0" err="1"/>
              <a:t>Tkinter</a:t>
            </a:r>
            <a:r>
              <a:rPr lang="en-US" dirty="0"/>
              <a:t> library was learned• Project improved GUI programming skills</a:t>
            </a:r>
          </a:p>
        </p:txBody>
      </p:sp>
    </p:spTree>
    <p:extLst>
      <p:ext uri="{BB962C8B-B14F-4D97-AF65-F5344CB8AC3E}">
        <p14:creationId xmlns:p14="http://schemas.microsoft.com/office/powerpoint/2010/main" val="4028213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Microsoft Office PowerPoint</Application>
  <PresentationFormat>Widescreen</PresentationFormat>
  <Paragraphs>20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Building Basic CalculatorUsing Python Tkinter</vt:lpstr>
      <vt:lpstr>Introduction</vt:lpstr>
      <vt:lpstr>Project Objective</vt:lpstr>
      <vt:lpstr>Tools and Technologies Used</vt:lpstr>
      <vt:lpstr>Features of Calculator</vt:lpstr>
      <vt:lpstr>Working of Calculator</vt:lpstr>
      <vt:lpstr>Code Overview</vt:lpstr>
      <vt:lpstr>Output</vt:lpstr>
      <vt:lpstr>PowerPoint Presentation</vt:lpstr>
      <vt:lpstr>Learning Outcome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aruna rajpurohit</dc:creator>
  <cp:lastModifiedBy>aruna rajpurohit</cp:lastModifiedBy>
  <cp:revision>1</cp:revision>
  <dcterms:created xsi:type="dcterms:W3CDTF">2026-02-10T17:18:06Z</dcterms:created>
  <dcterms:modified xsi:type="dcterms:W3CDTF">2026-02-10T17:18:12Z</dcterms:modified>
</cp:coreProperties>
</file>